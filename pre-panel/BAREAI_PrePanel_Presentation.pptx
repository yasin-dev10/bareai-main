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274320"/>
            <a:ext cx="2011680" cy="2011680"/>
          </a:xfrm>
          <a:prstGeom prst="ellipse">
            <a:avLst/>
          </a:prstGeom>
          <a:solidFill>
            <a:srgbClr val="0D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4114800"/>
            <a:ext cx="2743200" cy="2743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JAMHURIYA UNIVERSITY OF SCIENCE AND TECHNOLOGY (JUST)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Segoe UI"/>
              </a:defRPr>
            </a:pPr>
            <a:r>
              <a:t>Faculty of Computer &amp; Information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PRE-PANEL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766E"/>
                </a:solidFill>
              </a:defRPr>
            </a:pPr>
            <a:r>
              <a:t>BAREAI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Automatic Classification of Crime-Related Text Reports Using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59E0B"/>
                </a:solidFill>
              </a:defRPr>
            </a:pPr>
            <a:r>
              <a:t>BAREAI — Bare AI Crime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Yaasiin Mohamuud Abdullaahi  |  Naima Abdiaziz Said  •  Nasteha Mohamuud Mohamed  |  Najma Muhidiin Mohamed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Asalka Mowduuca (Background)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Dembiyada maalin walba way dhacaan — warbixinnadu waxay ku yimaadaan qoraal.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NLP wuxuu kombiyuutarka u suurtageliyaa inuu fahmo luqadda dadka.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Machine Learning wuxuu bartaa qaabka qoraallada dembiga iyo kuwa aan dembiga ahayn.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Soomaaliya: qoraallo isku dhafan (Soomaali + Ingiriisi) — gacanta ma dabooli karto.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03520"/>
            <a:ext cx="111556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400" i="1">
                <a:solidFill>
                  <a:srgbClr val="F59E0B"/>
                </a:solidFill>
                <a:latin typeface="Segoe UI"/>
              </a:defRPr>
            </a:pPr>
            <a:r>
              <a:t>Hadaf: Nidaam casri ah oo ka caawiya hay'adaha amniga kala saarid degdeg 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Dhibaatada (Problem Statement)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Kala saarid GACANTA ah → gaabis, khaladaad, qaalin.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Tusaale: 500 qoraal/maalin × 2 daq = 16+ saacadood kala saarid.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Nidaamyo jira: Ingiriisi kaliya, keyword filter, ma jiro workflow.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GAP: Ma jiro platform Soomaali + ML + monitoring +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03520"/>
            <a:ext cx="111556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400" i="1">
                <a:solidFill>
                  <a:srgbClr val="F59E0B"/>
                </a:solidFill>
                <a:latin typeface="Segoe UI"/>
              </a:defRPr>
            </a:pPr>
            <a:r>
              <a:t>Su'aasha cilmi-baarista: Sidee loo dhiso nidaam NLP ah oo ku habboon Soomaaliya?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Ujeeddooyinka (Objectives)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Ujeeddo Guud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3949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In la dhiso framework otomaatig ah oo ML + NLP ku kala saara warbixinnada dembiga.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1430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Ujeeddooyin Gaar ah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3949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Yareynta ku tiirsanaanta gacanta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Uruurinta &amp; diyaarinta xogta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Soo saarista features sax ah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Dhisidda nidaam NLP otomaatig ah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Xalka: BAREAI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pic>
        <p:nvPicPr>
          <p:cNvPr id="7" name="Picture 6" descr="fig_5_16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03520" cy="3314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34440"/>
            <a:ext cx="53035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Platform web ah oo dhammaystiran — ma aha kaliya model.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Kala saarid: Crime vs Not-crime + confidence score.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Input: Text • URL • File (PDF/DOCX) • Batch.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Hybrid: ML + ereyo Soomaali + goobo + blacklist.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Facebook monitoring + Cases + Notifications +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Qaab-dhismeedka Nidaamka (Architecture)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234440"/>
            <a:ext cx="8869680" cy="1051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PRESENTATION LAYER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React 19 + Vite  |  Port 5173</a:t>
            </a:r>
            <a:br/>
            <a:r>
              <a:t>Dashboard • Analysis • Cases •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468880"/>
            <a:ext cx="8869680" cy="10515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APPLICATION LAYER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Node.js + Express 5  |  Port 5000</a:t>
            </a:r>
            <a:br/>
            <a:r>
              <a:t>Auth • API • Facebook Monitor • Blacklist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703320"/>
            <a:ext cx="8869680" cy="1051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SERVICE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Python Flask  |  Port 5001</a:t>
            </a:r>
            <a:br/>
            <a:r>
              <a:t>crime_model.pkl • vectorizer.pkl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937760"/>
            <a:ext cx="8869680" cy="10515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LAYER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MongoDB — crime_detection_system</a:t>
            </a:r>
            <a:br/>
            <a:r>
              <a:t>Users • Analyses • Cases •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486400"/>
            <a:ext cx="111556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400" i="1">
                <a:solidFill>
                  <a:srgbClr val="F59E0B"/>
                </a:solidFill>
                <a:latin typeface="Segoe UI"/>
              </a:defRPr>
            </a:pPr>
            <a:r>
              <a:t>JWT + bcrypt + RBAC  |  REST API  |  3-tier + AI microservice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Habka Cilmi-baarista (Methodology)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Dataset: dataset.csv.csv — crime / not crime labels.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Preprocessing: nadiifin → TF-IDF → train/test 80/20.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Models: SVM • Random Forest • BERT (isbarbardhig).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Metrics: Accuracy, Precision, Recall, F1, AUC-ROC.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Kan ugu fiican → Flask /predict endpoint.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Astaamaha Muhiimka ah (Key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fig_5_15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303520" cy="3314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34440"/>
            <a:ext cx="53035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Analysis Center — 4 nooc oo input ah.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Dashboard — KPIs, trends, top keywords.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Blacklist — pages, persons, keywords, websites.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Notifications — digniino degdeg ah.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Case Management — investigator + verdict.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700">
                <a:solidFill>
                  <a:srgbClr val="FFFFFF"/>
                </a:solidFill>
                <a:latin typeface="Segoe UI"/>
              </a:defRPr>
            </a:pPr>
            <a:r>
              <a:t>PDF Reports — weekly, monthly, individual.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Natiijooyinka &amp; Tijaabada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Model &amp;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3949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SVM, RF, BERT — isbarbardhig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Jawaabta AI: &lt; 3 ilbiriqsi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End-to-end: &lt; 30 ilbiriqsi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Keyword fallback haddii AI dhaco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1430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39496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20 test cases — dhammaan PASS ✓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Integration: Frontend→Backend→AI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Security: JWT, bcrypt, RBAC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Ka dhakhso badan kala saarid gacanta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Gabagabo &amp; Mustaqbal (Conclusion)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</a:defRPr>
            </a:pPr>
            <a:r>
              <a:t>BAREAI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BAREAI wuxuu xallinayaa kala saarid gacanta iyadoo la adeegsanayo NLP + ML.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Decision-support tool — bini'aadamku go'aanka ugu dambeeya wuu qaataa.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Mustaqbal: Multi-class crime types, dataset Soomaali ballaaran.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Afri-BERTa fine-tuning, mobile app, Netlify deploy.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5C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Mahadsanid!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434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Su'aalo?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BAREAI — Bare AI Crime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